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634F-375F-0A0B-A74B-280EB22F8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95336-BB39-2126-C17D-F58D7D78E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57041-C76E-A8C3-DC62-410B7967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736EB-4CD2-0901-AA12-7DCB6B18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BA931-7367-4077-890E-4E69077FD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94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A1A7-BE3D-479D-A4AB-F062DF6E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A45D-795E-6694-9D53-ECA41F2C9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7B7C7-6598-7EA4-6409-C659B288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99DE5-A049-5A21-24CA-1EF84CAD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C011A-BC5F-B84B-BB27-9A376906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86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ADD4F-2ED3-E74D-EC90-EE33217A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C17E0-9BD5-E363-69D3-72FA67465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0598C-926E-4048-7484-C0613089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54AC9-4B39-94B3-8AF3-6120B03E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AAEB6-81BA-7FE6-71F4-3AA4969F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82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30E8D-2346-23FC-C6BF-02900A1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C9AD4-98F9-9CA4-5BD0-5C62DED32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8D352-C060-E04B-8127-707F1FCF2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A945F-F80E-3FAA-F075-5E1C20A5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26E72-79A9-8A7E-2735-B1EE2861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23757-0FAC-21B0-3A90-388346C2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84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5E20-0EA6-DC12-5A6B-D705EFFF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2917B-8B0E-0A12-B912-5386EB7E8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5011E-FC36-4D49-BD69-3E50BCD76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BCB4AA-33FB-1594-4B93-5F5DFF7C6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4F181-9A45-9F57-06D9-EEB392562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D7801-2901-38B9-BA87-2FC4DE6A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1401D-8361-02ED-14B0-424B53D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56E67-D00E-EA15-8E69-0C805917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04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0D6E3-EE0D-87E6-96C1-109E51AF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42CE9-2639-D7AD-C250-10FDEF05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0FAC9-BABE-6AAE-4521-9AEECBE8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31542-7763-BF21-40C4-587C643D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57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7FC73-78AE-0A13-95C7-2B6CA9B2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EC992-ED64-095B-557F-C2E23DF6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E4869-C805-EF2D-59C1-F20F9433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94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A887-67B1-4E68-125E-5D210D42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64D0-0BD5-31C7-A186-1126CD8F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869F5-311B-D60C-B569-378BCC6D9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6205B-8940-60BC-7B74-F8624F17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D0C95-E21E-3FD1-3D73-5C27FDCA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FE4FF-383C-B201-0239-97077B21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0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2F26-1B08-A2C0-1839-87855B26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AE213-AF6D-02BA-BA0C-7A71374D6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FB58C-FE7D-FAC4-F450-F3A3E3DCA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60840-8CA4-AC98-5203-C9E6BD43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9459D-6183-BF7E-76B6-BB665979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8C4BC-283A-30EC-FDE1-DAE8D346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64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6721-8F0B-63A8-6237-9660D8B5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6F4AD-D998-CA3D-9CE7-1C4CB7A70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4D710-683E-5B09-E581-18C7A8EE2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C30EA-8DBF-253F-B5FE-381DD674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A592D-1634-FD5D-8ED8-1CC81722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64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0EFAF-A297-A017-9B44-E2A158E16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C5307-29E5-58AA-57D2-E1B559866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5D56D-5847-DD0E-939E-FA4B8AC4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3BCA8-66A6-6BA0-E798-5723503C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7719D-EF0B-2197-699F-9A24941B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4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8469A-DDA0-19C8-EEEF-8E834674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3ED9A-B61A-BF87-12FA-3D9C5FAD6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1B44-F662-A5E7-7B9B-007839F95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B8228-D288-4364-859D-7E58E458EB8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2E9E8-08FF-3305-B117-20814C78D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88D10-503E-99C9-D1C6-ABE17DCA5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740DA-824B-494B-BE9D-1DD006575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2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3A6767-C382-B94F-7C73-1B85D0162C6F}"/>
              </a:ext>
            </a:extLst>
          </p:cNvPr>
          <p:cNvSpPr txBox="1"/>
          <p:nvPr/>
        </p:nvSpPr>
        <p:spPr>
          <a:xfrm>
            <a:off x="412953" y="464043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fkGroteskNeue"/>
              </a:rPr>
              <a:t>Name: Tejas M. Revankar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Role: Cloud Computing Intern</a:t>
            </a:r>
          </a:p>
          <a:p>
            <a:pPr algn="l"/>
            <a:r>
              <a:rPr lang="en-US" b="0" i="0" dirty="0">
                <a:effectLst/>
                <a:latin typeface="fkGroteskNeue"/>
              </a:rPr>
              <a:t>Company: CODTECH IT Solutions</a:t>
            </a:r>
          </a:p>
          <a:p>
            <a:pPr algn="l"/>
            <a:r>
              <a:rPr lang="en-US" dirty="0">
                <a:latin typeface="fkGroteskNeue"/>
              </a:rPr>
              <a:t>USN : 24MCAR0227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C190F-9E8C-3C24-78D7-D350CE9780B9}"/>
              </a:ext>
            </a:extLst>
          </p:cNvPr>
          <p:cNvSpPr txBox="1"/>
          <p:nvPr/>
        </p:nvSpPr>
        <p:spPr>
          <a:xfrm>
            <a:off x="3657600" y="2325951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effectLst/>
                <a:latin typeface="fkGroteskNeue"/>
              </a:rPr>
              <a:t>Summer Internship Presentation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D46824-486B-E647-ACFC-97D6D92A2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322" y="510501"/>
            <a:ext cx="2777355" cy="89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6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0300-FF52-6CA4-CAA4-A88C4D36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F0A616-ED7C-FCE4-0106-2BB8CE2F07D1}"/>
              </a:ext>
            </a:extLst>
          </p:cNvPr>
          <p:cNvSpPr txBox="1"/>
          <p:nvPr/>
        </p:nvSpPr>
        <p:spPr>
          <a:xfrm>
            <a:off x="1111044" y="2136338"/>
            <a:ext cx="99699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CODTECH IT Solutions</a:t>
            </a:r>
            <a:r>
              <a:rPr lang="en-US" dirty="0"/>
              <a:t> is an innovative company specializing in </a:t>
            </a:r>
            <a:r>
              <a:rPr lang="en-US" b="1" dirty="0"/>
              <a:t>Cloud Computing</a:t>
            </a:r>
            <a:r>
              <a:rPr lang="en-US" dirty="0"/>
              <a:t>, </a:t>
            </a:r>
            <a:r>
              <a:rPr lang="en-US" b="1" dirty="0"/>
              <a:t>Data Engineering</a:t>
            </a:r>
            <a:r>
              <a:rPr lang="en-US" dirty="0"/>
              <a:t>, </a:t>
            </a:r>
            <a:r>
              <a:rPr lang="en-US" b="1" dirty="0"/>
              <a:t>Cybersecurity</a:t>
            </a:r>
            <a:r>
              <a:rPr lang="en-US" dirty="0"/>
              <a:t>, and </a:t>
            </a:r>
            <a:r>
              <a:rPr lang="en-US" b="1" dirty="0"/>
              <a:t>IT Infrastructure Management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organization focuses on bridging the gap between theory and real-world application through </a:t>
            </a:r>
            <a:r>
              <a:rPr lang="en-US" b="1" dirty="0"/>
              <a:t>practical training, live projects, and case studies</a:t>
            </a:r>
            <a:r>
              <a:rPr lang="en-US" dirty="0"/>
              <a:t>. By combining expert guidance with hands-on experience, CODTECH prepares individuals and businesses to excel in today’s fast-changing technology landscape.</a:t>
            </a:r>
          </a:p>
          <a:p>
            <a:pPr algn="just"/>
            <a:r>
              <a:rPr lang="en-US" dirty="0"/>
              <a:t>With a strong commitment to </a:t>
            </a:r>
            <a:r>
              <a:rPr lang="en-US" b="1" dirty="0"/>
              <a:t>innovation, learning, and excellence</a:t>
            </a:r>
            <a:r>
              <a:rPr lang="en-US" dirty="0"/>
              <a:t>, CODTECH continues to empower growth and success across the IT industry.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4040D-6E4F-8C93-6F8A-19FC2B6D825C}"/>
              </a:ext>
            </a:extLst>
          </p:cNvPr>
          <p:cNvSpPr txBox="1"/>
          <p:nvPr/>
        </p:nvSpPr>
        <p:spPr>
          <a:xfrm>
            <a:off x="1111044" y="66090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Company Overview</a:t>
            </a:r>
          </a:p>
        </p:txBody>
      </p:sp>
    </p:spTree>
    <p:extLst>
      <p:ext uri="{BB962C8B-B14F-4D97-AF65-F5344CB8AC3E}">
        <p14:creationId xmlns:p14="http://schemas.microsoft.com/office/powerpoint/2010/main" val="3393109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81037B-25C7-74E4-77B8-8514F0170673}"/>
              </a:ext>
            </a:extLst>
          </p:cNvPr>
          <p:cNvSpPr txBox="1"/>
          <p:nvPr/>
        </p:nvSpPr>
        <p:spPr>
          <a:xfrm>
            <a:off x="1597741" y="2136338"/>
            <a:ext cx="94832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/>
              <a:t>As a </a:t>
            </a:r>
            <a:r>
              <a:rPr lang="en-US" b="1"/>
              <a:t>Cloud Computing Intern</a:t>
            </a:r>
            <a:r>
              <a:rPr lang="en-US"/>
              <a:t> at </a:t>
            </a:r>
            <a:r>
              <a:rPr lang="en-US" b="1"/>
              <a:t>CODTECH IT Solutions</a:t>
            </a:r>
            <a:r>
              <a:rPr lang="en-US"/>
              <a:t>, I was responsible for contributing to cloud-based projects and assisting in system development.</a:t>
            </a:r>
          </a:p>
          <a:p>
            <a:pPr algn="just"/>
            <a:r>
              <a:rPr lang="en-US"/>
              <a:t>I collaborated with a team dedicated to implementing </a:t>
            </a:r>
            <a:r>
              <a:rPr lang="en-US" b="1"/>
              <a:t>practical IT solutions</a:t>
            </a:r>
            <a:r>
              <a:rPr lang="en-US"/>
              <a:t>, gaining valuable exposure to real-world cloud environments. My role involved supporting </a:t>
            </a:r>
            <a:r>
              <a:rPr lang="en-US" b="1"/>
              <a:t>day-to-day technical operations</a:t>
            </a:r>
            <a:r>
              <a:rPr lang="en-US"/>
              <a:t>, learning deployment strategies, and understanding infrastructure management under the guidance of experienced professionals.</a:t>
            </a:r>
          </a:p>
          <a:p>
            <a:pPr algn="just"/>
            <a:r>
              <a:rPr lang="en-US"/>
              <a:t>Through this internship, I developed a strong foundation in </a:t>
            </a:r>
            <a:r>
              <a:rPr lang="en-US" b="1"/>
              <a:t>cloud technologies, teamwork, and problem-solving</a:t>
            </a:r>
            <a:r>
              <a:rPr lang="en-US"/>
              <a:t>, aligning academic knowledge with industry practices.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45474-AA7E-663C-8BB7-D805C6CB41F5}"/>
              </a:ext>
            </a:extLst>
          </p:cNvPr>
          <p:cNvSpPr txBox="1"/>
          <p:nvPr/>
        </p:nvSpPr>
        <p:spPr>
          <a:xfrm>
            <a:off x="1597741" y="81822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My Role in the Company</a:t>
            </a:r>
          </a:p>
        </p:txBody>
      </p:sp>
    </p:spTree>
    <p:extLst>
      <p:ext uri="{BB962C8B-B14F-4D97-AF65-F5344CB8AC3E}">
        <p14:creationId xmlns:p14="http://schemas.microsoft.com/office/powerpoint/2010/main" val="11807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139CF-93F4-BFAE-DD8D-D8CE01B5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338ADA-98AD-5F3E-D7FA-2E2123AA6A18}"/>
              </a:ext>
            </a:extLst>
          </p:cNvPr>
          <p:cNvSpPr txBox="1"/>
          <p:nvPr/>
        </p:nvSpPr>
        <p:spPr>
          <a:xfrm>
            <a:off x="943897" y="1582340"/>
            <a:ext cx="102845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During my internship at </a:t>
            </a:r>
            <a:r>
              <a:rPr lang="en-US" b="1" dirty="0"/>
              <a:t>CODTECH IT Solutions</a:t>
            </a:r>
            <a:r>
              <a:rPr lang="en-US" dirty="0"/>
              <a:t>, I successfully completed </a:t>
            </a:r>
            <a:r>
              <a:rPr lang="en-US" b="1" dirty="0"/>
              <a:t>four key projects</a:t>
            </a:r>
            <a:r>
              <a:rPr lang="en-US" dirty="0"/>
              <a:t> focused on strengthening cloud computing skills and practical implementation.</a:t>
            </a:r>
          </a:p>
          <a:p>
            <a:pPr algn="just"/>
            <a:r>
              <a:rPr lang="en-US" b="1" dirty="0"/>
              <a:t>Cloud Storage Setup</a:t>
            </a:r>
            <a:r>
              <a:rPr lang="en-US" dirty="0"/>
              <a:t> – Configured and managed cloud storage using </a:t>
            </a:r>
            <a:r>
              <a:rPr lang="en-US" b="1" dirty="0"/>
              <a:t>AWS S3</a:t>
            </a:r>
            <a:r>
              <a:rPr lang="en-US" dirty="0"/>
              <a:t> and </a:t>
            </a:r>
            <a:r>
              <a:rPr lang="en-US" b="1" dirty="0"/>
              <a:t>Google Cloud Storage</a:t>
            </a:r>
            <a:r>
              <a:rPr lang="en-US" dirty="0"/>
              <a:t> for secure data handling.</a:t>
            </a:r>
          </a:p>
          <a:p>
            <a:pPr algn="just"/>
            <a:r>
              <a:rPr lang="en-US" b="1" dirty="0"/>
              <a:t>Cloud Monitoring and Alerts</a:t>
            </a:r>
            <a:r>
              <a:rPr lang="en-US" dirty="0"/>
              <a:t> – Implemented monitoring systems through </a:t>
            </a:r>
            <a:r>
              <a:rPr lang="en-US" b="1" dirty="0"/>
              <a:t>AWS CloudWatch</a:t>
            </a:r>
            <a:r>
              <a:rPr lang="en-US" dirty="0"/>
              <a:t> and </a:t>
            </a:r>
            <a:r>
              <a:rPr lang="en-US" b="1" dirty="0"/>
              <a:t>Azure Monitor</a:t>
            </a:r>
            <a:r>
              <a:rPr lang="en-US" dirty="0"/>
              <a:t> to track performance and detect issues.</a:t>
            </a:r>
          </a:p>
          <a:p>
            <a:pPr algn="just"/>
            <a:r>
              <a:rPr lang="en-US" b="1" dirty="0"/>
              <a:t>Multi-Cloud Architecture</a:t>
            </a:r>
            <a:r>
              <a:rPr lang="en-US" dirty="0"/>
              <a:t> – Designed an integrated solution combining </a:t>
            </a:r>
            <a:r>
              <a:rPr lang="en-US" b="1" dirty="0"/>
              <a:t>AWS and Azure</a:t>
            </a:r>
            <a:r>
              <a:rPr lang="en-US" dirty="0"/>
              <a:t> services for enhanced reliability and flexibility.</a:t>
            </a:r>
          </a:p>
          <a:p>
            <a:pPr algn="just"/>
            <a:r>
              <a:rPr lang="en-US" b="1" dirty="0"/>
              <a:t>Cloud Security Implementation</a:t>
            </a:r>
            <a:r>
              <a:rPr lang="en-US" dirty="0"/>
              <a:t> – Applied </a:t>
            </a:r>
            <a:r>
              <a:rPr lang="en-US" b="1" dirty="0"/>
              <a:t>IAM roles, encryption mechanisms, and policy controls</a:t>
            </a:r>
            <a:r>
              <a:rPr lang="en-US" dirty="0"/>
              <a:t> to improve security across cloud platforms.</a:t>
            </a:r>
          </a:p>
          <a:p>
            <a:pPr algn="just"/>
            <a:r>
              <a:rPr lang="en-US" dirty="0"/>
              <a:t>Each project emphasized </a:t>
            </a:r>
            <a:r>
              <a:rPr lang="en-US" b="1" dirty="0"/>
              <a:t>hands-on learning, problem-solving</a:t>
            </a:r>
            <a:r>
              <a:rPr lang="en-US" dirty="0"/>
              <a:t>, and addressing </a:t>
            </a:r>
            <a:r>
              <a:rPr lang="en-US" b="1" dirty="0"/>
              <a:t>real-world business challenges</a:t>
            </a:r>
            <a:r>
              <a:rPr lang="en-US" dirty="0"/>
              <a:t> through practical cloud solutions.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CC15C1-E4A3-583E-E54C-581A904DB341}"/>
              </a:ext>
            </a:extLst>
          </p:cNvPr>
          <p:cNvSpPr txBox="1"/>
          <p:nvPr/>
        </p:nvSpPr>
        <p:spPr>
          <a:xfrm>
            <a:off x="953729" y="592083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Overview of Internship Projects</a:t>
            </a:r>
          </a:p>
        </p:txBody>
      </p:sp>
    </p:spTree>
    <p:extLst>
      <p:ext uri="{BB962C8B-B14F-4D97-AF65-F5344CB8AC3E}">
        <p14:creationId xmlns:p14="http://schemas.microsoft.com/office/powerpoint/2010/main" val="257096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0557-3CB1-97EF-EAC7-C29EB231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576DB4-437E-7A03-70DF-8AE3C84043B7}"/>
              </a:ext>
            </a:extLst>
          </p:cNvPr>
          <p:cNvSpPr txBox="1"/>
          <p:nvPr/>
        </p:nvSpPr>
        <p:spPr>
          <a:xfrm>
            <a:off x="1017639" y="2274838"/>
            <a:ext cx="101567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this project, I configured </a:t>
            </a:r>
            <a:r>
              <a:rPr lang="en-US" b="1" dirty="0"/>
              <a:t>secure cloud storage services</a:t>
            </a:r>
            <a:r>
              <a:rPr lang="en-US" dirty="0"/>
              <a:t> using </a:t>
            </a:r>
            <a:r>
              <a:rPr lang="en-US" b="1" dirty="0"/>
              <a:t>AWS S3</a:t>
            </a:r>
            <a:r>
              <a:rPr lang="en-US" dirty="0"/>
              <a:t> and </a:t>
            </a:r>
            <a:r>
              <a:rPr lang="en-US" b="1" dirty="0"/>
              <a:t>Google Cloud Storage</a:t>
            </a:r>
            <a:r>
              <a:rPr lang="en-US" dirty="0"/>
              <a:t>. The setup included creating storage buckets, defining </a:t>
            </a:r>
            <a:r>
              <a:rPr lang="en-US" b="1" dirty="0"/>
              <a:t>access policies</a:t>
            </a:r>
            <a:r>
              <a:rPr lang="en-US" dirty="0"/>
              <a:t>, and managing </a:t>
            </a:r>
            <a:r>
              <a:rPr lang="en-US" b="1" dirty="0"/>
              <a:t>permissions</a:t>
            </a:r>
            <a:r>
              <a:rPr lang="en-US" dirty="0"/>
              <a:t> to ensure data security.</a:t>
            </a:r>
          </a:p>
          <a:p>
            <a:pPr algn="just"/>
            <a:r>
              <a:rPr lang="en-US" dirty="0"/>
              <a:t>I also performed tasks such as uploading test files, enabling </a:t>
            </a:r>
            <a:r>
              <a:rPr lang="en-US" b="1" dirty="0"/>
              <a:t>versioning for data recovery</a:t>
            </a:r>
            <a:r>
              <a:rPr lang="en-US" dirty="0"/>
              <a:t>, and exploring </a:t>
            </a:r>
            <a:r>
              <a:rPr lang="en-US" b="1" dirty="0"/>
              <a:t>lifecycle management</a:t>
            </a:r>
            <a:r>
              <a:rPr lang="en-US" dirty="0"/>
              <a:t> for automated data transitions. This project helped me understand </a:t>
            </a:r>
            <a:r>
              <a:rPr lang="en-US" b="1" dirty="0"/>
              <a:t>scalability, cost efficiency</a:t>
            </a:r>
            <a:r>
              <a:rPr lang="en-US" dirty="0"/>
              <a:t>, and the key </a:t>
            </a:r>
            <a:r>
              <a:rPr lang="en-US" b="1" dirty="0"/>
              <a:t>differences between traditional storage systems and cloud-based solutions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68503-3EA1-2E00-2F04-4506E4E91083}"/>
              </a:ext>
            </a:extLst>
          </p:cNvPr>
          <p:cNvSpPr txBox="1"/>
          <p:nvPr/>
        </p:nvSpPr>
        <p:spPr>
          <a:xfrm>
            <a:off x="1017639" y="867386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Cloud Storage Setup (Project 1)</a:t>
            </a:r>
          </a:p>
        </p:txBody>
      </p:sp>
    </p:spTree>
    <p:extLst>
      <p:ext uri="{BB962C8B-B14F-4D97-AF65-F5344CB8AC3E}">
        <p14:creationId xmlns:p14="http://schemas.microsoft.com/office/powerpoint/2010/main" val="391130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8158-A113-1B64-04BB-9CC7AF5F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836E35-7810-7349-DD46-99891619A9C1}"/>
              </a:ext>
            </a:extLst>
          </p:cNvPr>
          <p:cNvSpPr txBox="1"/>
          <p:nvPr/>
        </p:nvSpPr>
        <p:spPr>
          <a:xfrm>
            <a:off x="668593" y="2413337"/>
            <a:ext cx="108548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this project, I implemented </a:t>
            </a:r>
            <a:r>
              <a:rPr lang="en-US" b="1" dirty="0"/>
              <a:t>cloud monitoring solutions</a:t>
            </a:r>
            <a:r>
              <a:rPr lang="en-US" dirty="0"/>
              <a:t> using </a:t>
            </a:r>
            <a:r>
              <a:rPr lang="en-US" b="1" dirty="0"/>
              <a:t>AWS CloudWatch</a:t>
            </a:r>
            <a:r>
              <a:rPr lang="en-US" dirty="0"/>
              <a:t>, </a:t>
            </a:r>
            <a:r>
              <a:rPr lang="en-US" b="1" dirty="0"/>
              <a:t>Azure Monitor</a:t>
            </a:r>
            <a:r>
              <a:rPr lang="en-US" dirty="0"/>
              <a:t>, and </a:t>
            </a:r>
            <a:r>
              <a:rPr lang="en-US" b="1" dirty="0"/>
              <a:t>Google Cloud Monitoring</a:t>
            </a:r>
            <a:r>
              <a:rPr lang="en-US" dirty="0"/>
              <a:t> to ensure system reliability and performance visibility.</a:t>
            </a:r>
          </a:p>
          <a:p>
            <a:pPr algn="just"/>
            <a:r>
              <a:rPr lang="en-US" dirty="0"/>
              <a:t>I developed </a:t>
            </a:r>
            <a:r>
              <a:rPr lang="en-US" b="1" dirty="0"/>
              <a:t>custom dashboards</a:t>
            </a:r>
            <a:r>
              <a:rPr lang="en-US" dirty="0"/>
              <a:t>, configured </a:t>
            </a:r>
            <a:r>
              <a:rPr lang="en-US" b="1" dirty="0"/>
              <a:t>threshold-based alarms</a:t>
            </a:r>
            <a:r>
              <a:rPr lang="en-US" dirty="0"/>
              <a:t>, and integrated </a:t>
            </a:r>
            <a:r>
              <a:rPr lang="en-US" b="1" dirty="0"/>
              <a:t>real-time notifications</a:t>
            </a:r>
            <a:r>
              <a:rPr lang="en-US" dirty="0"/>
              <a:t> to detect and respond to system issues quickly. This project enhanced my understanding of </a:t>
            </a:r>
            <a:r>
              <a:rPr lang="en-US" b="1" dirty="0"/>
              <a:t>resource health monitoring</a:t>
            </a:r>
            <a:r>
              <a:rPr lang="en-US" dirty="0"/>
              <a:t>, </a:t>
            </a:r>
            <a:r>
              <a:rPr lang="en-US" b="1" dirty="0"/>
              <a:t>performance visualization</a:t>
            </a:r>
            <a:r>
              <a:rPr lang="en-US" dirty="0"/>
              <a:t>, and </a:t>
            </a:r>
            <a:r>
              <a:rPr lang="en-US" b="1" dirty="0"/>
              <a:t>incident management</a:t>
            </a:r>
            <a:r>
              <a:rPr lang="en-US" dirty="0"/>
              <a:t> within multi-cloud environments.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FEE73-2BE6-73EA-CE2C-4A2FE7D093BF}"/>
              </a:ext>
            </a:extLst>
          </p:cNvPr>
          <p:cNvSpPr txBox="1"/>
          <p:nvPr/>
        </p:nvSpPr>
        <p:spPr>
          <a:xfrm>
            <a:off x="668593" y="847721"/>
            <a:ext cx="75315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Cloud Monitoring and Alerts (Project 2)</a:t>
            </a:r>
          </a:p>
        </p:txBody>
      </p:sp>
    </p:spTree>
    <p:extLst>
      <p:ext uri="{BB962C8B-B14F-4D97-AF65-F5344CB8AC3E}">
        <p14:creationId xmlns:p14="http://schemas.microsoft.com/office/powerpoint/2010/main" val="40485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D403-CC81-8CBC-0641-A72BEE81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D57E61-455D-245F-DD58-3C45CFB3BBD4}"/>
              </a:ext>
            </a:extLst>
          </p:cNvPr>
          <p:cNvSpPr txBox="1"/>
          <p:nvPr/>
        </p:nvSpPr>
        <p:spPr>
          <a:xfrm>
            <a:off x="1037303" y="2413337"/>
            <a:ext cx="101173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this project, I </a:t>
            </a:r>
            <a:r>
              <a:rPr lang="en-US" b="1" dirty="0"/>
              <a:t>designed and tested workload deployments</a:t>
            </a:r>
            <a:r>
              <a:rPr lang="en-US" dirty="0"/>
              <a:t> across </a:t>
            </a:r>
            <a:r>
              <a:rPr lang="en-US" b="1" dirty="0"/>
              <a:t>AWS</a:t>
            </a:r>
            <a:r>
              <a:rPr lang="en-US" dirty="0"/>
              <a:t> and </a:t>
            </a:r>
            <a:r>
              <a:rPr lang="en-US" b="1" dirty="0"/>
              <a:t>Microsoft Azure</a:t>
            </a:r>
            <a:r>
              <a:rPr lang="en-US" dirty="0"/>
              <a:t> to utilize the unique capabilities of each platform.</a:t>
            </a:r>
          </a:p>
          <a:p>
            <a:pPr algn="just"/>
            <a:r>
              <a:rPr lang="en-US" dirty="0"/>
              <a:t>The setup involved creating </a:t>
            </a:r>
            <a:r>
              <a:rPr lang="en-US" b="1" dirty="0"/>
              <a:t>virtual machines</a:t>
            </a:r>
            <a:r>
              <a:rPr lang="en-US" dirty="0"/>
              <a:t>, distributing </a:t>
            </a:r>
            <a:r>
              <a:rPr lang="en-US" b="1" dirty="0"/>
              <a:t>workloads</a:t>
            </a:r>
            <a:r>
              <a:rPr lang="en-US" dirty="0"/>
              <a:t>, implementing </a:t>
            </a:r>
            <a:r>
              <a:rPr lang="en-US" b="1" dirty="0"/>
              <a:t>load balancing</a:t>
            </a:r>
            <a:r>
              <a:rPr lang="en-US" dirty="0"/>
              <a:t>, and establishing </a:t>
            </a:r>
            <a:r>
              <a:rPr lang="en-US" b="1" dirty="0"/>
              <a:t>cross-cloud connectivity</a:t>
            </a:r>
            <a:r>
              <a:rPr lang="en-US" dirty="0"/>
              <a:t> using APIs. Through this process, I gained practical experience in handling </a:t>
            </a:r>
            <a:r>
              <a:rPr lang="en-US" b="1" dirty="0"/>
              <a:t>vendor lock-in issues</a:t>
            </a:r>
            <a:r>
              <a:rPr lang="en-US" dirty="0"/>
              <a:t>, developing </a:t>
            </a:r>
            <a:r>
              <a:rPr lang="en-US" b="1" dirty="0"/>
              <a:t>failover strategies</a:t>
            </a:r>
            <a:r>
              <a:rPr lang="en-US" dirty="0"/>
              <a:t>, and managing </a:t>
            </a:r>
            <a:r>
              <a:rPr lang="en-US" b="1" dirty="0"/>
              <a:t>unified resources</a:t>
            </a:r>
            <a:r>
              <a:rPr lang="en-US" dirty="0"/>
              <a:t> across multiple cloud environments.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A9AEF-66C7-0BB8-4EA0-E14241C402EB}"/>
              </a:ext>
            </a:extLst>
          </p:cNvPr>
          <p:cNvSpPr txBox="1"/>
          <p:nvPr/>
        </p:nvSpPr>
        <p:spPr>
          <a:xfrm>
            <a:off x="1037303" y="592082"/>
            <a:ext cx="67105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Multi-Cloud Architecture (Project 3)</a:t>
            </a:r>
          </a:p>
        </p:txBody>
      </p:sp>
    </p:spTree>
    <p:extLst>
      <p:ext uri="{BB962C8B-B14F-4D97-AF65-F5344CB8AC3E}">
        <p14:creationId xmlns:p14="http://schemas.microsoft.com/office/powerpoint/2010/main" val="4284919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9ED8C-B30C-D36C-1A40-BC8A2F77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69254-87F4-C1D1-D19B-98382359D518}"/>
              </a:ext>
            </a:extLst>
          </p:cNvPr>
          <p:cNvSpPr txBox="1"/>
          <p:nvPr/>
        </p:nvSpPr>
        <p:spPr>
          <a:xfrm>
            <a:off x="766916" y="2551837"/>
            <a:ext cx="10658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this project, I implemented </a:t>
            </a:r>
            <a:r>
              <a:rPr lang="en-US" b="1" dirty="0"/>
              <a:t>cloud security best practices</a:t>
            </a:r>
            <a:r>
              <a:rPr lang="en-US" dirty="0"/>
              <a:t> by configuring </a:t>
            </a:r>
            <a:r>
              <a:rPr lang="en-US" b="1" dirty="0"/>
              <a:t>IAM roles</a:t>
            </a:r>
            <a:r>
              <a:rPr lang="en-US" dirty="0"/>
              <a:t> based on the principle of least privilege, and enabling </a:t>
            </a:r>
            <a:r>
              <a:rPr lang="en-US" b="1" dirty="0"/>
              <a:t>encryption</a:t>
            </a:r>
            <a:r>
              <a:rPr lang="en-US" dirty="0"/>
              <a:t> for data both </a:t>
            </a:r>
            <a:r>
              <a:rPr lang="en-US" b="1" dirty="0"/>
              <a:t>at rest and in transit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 also enforced </a:t>
            </a:r>
            <a:r>
              <a:rPr lang="en-US" b="1" dirty="0"/>
              <a:t>strict access policies</a:t>
            </a:r>
            <a:r>
              <a:rPr lang="en-US" dirty="0"/>
              <a:t>, monitored </a:t>
            </a:r>
            <a:r>
              <a:rPr lang="en-US" b="1" dirty="0"/>
              <a:t>user activities</a:t>
            </a:r>
            <a:r>
              <a:rPr lang="en-US" dirty="0"/>
              <a:t>, and set up </a:t>
            </a:r>
            <a:r>
              <a:rPr lang="en-US" b="1" dirty="0"/>
              <a:t>audit trails</a:t>
            </a:r>
            <a:r>
              <a:rPr lang="en-US" dirty="0"/>
              <a:t> to ensure compliance and accountability. Through this project, I gained practical knowledge of </a:t>
            </a:r>
            <a:r>
              <a:rPr lang="en-US" b="1" dirty="0"/>
              <a:t>security governance</a:t>
            </a:r>
            <a:r>
              <a:rPr lang="en-US" dirty="0"/>
              <a:t>, </a:t>
            </a:r>
            <a:r>
              <a:rPr lang="en-US" b="1" dirty="0"/>
              <a:t>risk mitigation</a:t>
            </a:r>
            <a:r>
              <a:rPr lang="en-US" dirty="0"/>
              <a:t>, and maintaining </a:t>
            </a:r>
            <a:r>
              <a:rPr lang="en-US" b="1" dirty="0"/>
              <a:t>continuous protection</a:t>
            </a:r>
            <a:r>
              <a:rPr lang="en-US" dirty="0"/>
              <a:t> within cloud environments.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098D8-A8BF-B550-D466-2D900D7618B4}"/>
              </a:ext>
            </a:extLst>
          </p:cNvPr>
          <p:cNvSpPr txBox="1"/>
          <p:nvPr/>
        </p:nvSpPr>
        <p:spPr>
          <a:xfrm>
            <a:off x="766916" y="651076"/>
            <a:ext cx="78559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Cloud Security Implementation (Project 4)</a:t>
            </a:r>
          </a:p>
        </p:txBody>
      </p:sp>
    </p:spTree>
    <p:extLst>
      <p:ext uri="{BB962C8B-B14F-4D97-AF65-F5344CB8AC3E}">
        <p14:creationId xmlns:p14="http://schemas.microsoft.com/office/powerpoint/2010/main" val="411549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29D3-5E6C-6297-9F70-E89F8AE38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D7791-0B1F-EEB0-6661-D80D1B522BE4}"/>
              </a:ext>
            </a:extLst>
          </p:cNvPr>
          <p:cNvSpPr txBox="1"/>
          <p:nvPr/>
        </p:nvSpPr>
        <p:spPr>
          <a:xfrm>
            <a:off x="835742" y="2690336"/>
            <a:ext cx="105205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Developed </a:t>
            </a:r>
            <a:r>
              <a:rPr lang="en-US" b="1" dirty="0"/>
              <a:t>strong cloud engineering skills</a:t>
            </a:r>
            <a:r>
              <a:rPr lang="en-US" dirty="0"/>
              <a:t> and applied theoretical concepts to real-world scenarios.</a:t>
            </a:r>
          </a:p>
          <a:p>
            <a:pPr algn="just"/>
            <a:r>
              <a:rPr lang="en-US" dirty="0"/>
              <a:t>Gained proficiency in </a:t>
            </a:r>
            <a:r>
              <a:rPr lang="en-US" b="1" dirty="0"/>
              <a:t>system monitoring, cloud architecture design, and troubleshooting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Built readiness for </a:t>
            </a:r>
            <a:r>
              <a:rPr lang="en-US" b="1" dirty="0"/>
              <a:t>advanced roles</a:t>
            </a:r>
            <a:r>
              <a:rPr lang="en-US" dirty="0"/>
              <a:t> in cloud automation, DevOps, and IT consulting.</a:t>
            </a:r>
          </a:p>
          <a:p>
            <a:pPr algn="just"/>
            <a:r>
              <a:rPr lang="en-US" dirty="0"/>
              <a:t>Developed confidence in managing </a:t>
            </a:r>
            <a:r>
              <a:rPr lang="en-US" b="1" dirty="0"/>
              <a:t>enterprise-level cloud projects</a:t>
            </a:r>
            <a:r>
              <a:rPr lang="en-US" dirty="0"/>
              <a:t> using modern technologies.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4E106-A369-689F-1C99-02329C8DD4B3}"/>
              </a:ext>
            </a:extLst>
          </p:cNvPr>
          <p:cNvSpPr txBox="1"/>
          <p:nvPr/>
        </p:nvSpPr>
        <p:spPr>
          <a:xfrm>
            <a:off x="835742" y="85755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/>
              <a:t>Outcomes &amp; Key Learnings</a:t>
            </a:r>
          </a:p>
        </p:txBody>
      </p:sp>
    </p:spTree>
    <p:extLst>
      <p:ext uri="{BB962C8B-B14F-4D97-AF65-F5344CB8AC3E}">
        <p14:creationId xmlns:p14="http://schemas.microsoft.com/office/powerpoint/2010/main" val="76123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C8AF1-0966-BDC6-1A95-2AA3FC2F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5D193-FDB0-A0E9-576C-0E5B27B28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121" y="778843"/>
            <a:ext cx="6653758" cy="53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0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727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fkGroteskNeue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Revankar</dc:creator>
  <cp:lastModifiedBy>Tejas Revankar</cp:lastModifiedBy>
  <cp:revision>2</cp:revision>
  <dcterms:created xsi:type="dcterms:W3CDTF">2025-11-04T04:42:25Z</dcterms:created>
  <dcterms:modified xsi:type="dcterms:W3CDTF">2025-11-04T13:04:44Z</dcterms:modified>
</cp:coreProperties>
</file>